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8" r:id="rId5"/>
    <p:sldId id="259" r:id="rId6"/>
    <p:sldId id="262" r:id="rId7"/>
    <p:sldId id="2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A3B7C-A3B6-0F18-74B4-F2AC94AAA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D74475-F7BD-4F8D-CD47-BBB1815D1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3211D1-F903-83B4-B4E4-8344D2F31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EE94D-BD0D-425B-9AEF-D0F7789E0A6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C03A27-EE70-C137-A34F-24662D589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C62653-CCBF-9DA3-5B98-05EEC76AF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4BD18-8CA8-4A39-B455-1BF49CF1F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24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06C522-3101-B363-1C32-A244219EC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A2B74B-E082-5C75-297B-710EFBA55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9BB192-3F4D-D22F-F3B5-206457ECE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EE94D-BD0D-425B-9AEF-D0F7789E0A6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AEED22-C73B-BC22-3904-E781939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7BF37C-B02C-1BCF-6DD6-C70495AE7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4BD18-8CA8-4A39-B455-1BF49CF1F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4105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519799-47BD-D8EA-FDE3-383A48720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4F5F4A-3189-B4F4-E8A3-91798322E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555BFE-546D-A45D-551D-78EA10868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EE94D-BD0D-425B-9AEF-D0F7789E0A6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F66FF5-133A-5860-2F69-2EA39196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490AF2-FB15-C430-95C3-11E94DB37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4BD18-8CA8-4A39-B455-1BF49CF1F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225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4D2339-748B-D06E-BCE4-3D98D3A02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EFB758-5D09-CF2F-56E0-8E3469BCBC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50F912-CB86-6A75-BF8D-53BBA032F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8CC5F0-2687-3BBD-56DE-200B152B8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EE94D-BD0D-425B-9AEF-D0F7789E0A6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8008A6-E2CA-3CAE-0E0B-5237819B3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6DA1D1-CE88-5AE2-FBBB-1722A1235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4BD18-8CA8-4A39-B455-1BF49CF1F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112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916B66-6721-5FEE-8804-8176808F5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F2BC22-D31B-2BD8-0BDE-3F39D6030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BE5731-3BE5-13B1-D760-1CA75E96D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A85B800-7BA3-20FB-B7E5-86DBA2E187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01BDBBF-7864-F534-CEB0-475D20572C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F60EEA-BD43-353F-65A5-114C37505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EE94D-BD0D-425B-9AEF-D0F7789E0A6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C39C59D-1DAB-61DC-E926-5103F525B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3C496FE-5C27-3437-459D-F31C5C750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4BD18-8CA8-4A39-B455-1BF49CF1F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19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D63372-7129-5627-C230-2BE4B57D3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A34B650-34D2-2BA1-67D4-E57F3AA2D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EE94D-BD0D-425B-9AEF-D0F7789E0A6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1B966B0-24E7-FCB2-8034-8A80EA225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5851A3-0AEE-2171-9077-4A4A88BCB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4BD18-8CA8-4A39-B455-1BF49CF1F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860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EBF01D1-2A79-CCB0-45A4-2C6486C83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EE94D-BD0D-425B-9AEF-D0F7789E0A6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6D81E55-FDCF-E896-7599-84B89BEC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077B73-F27A-CB52-EBD4-E00934CD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4BD18-8CA8-4A39-B455-1BF49CF1F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4010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56DCE-6D60-73B4-691B-85783C6B8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3DD00C-33D8-D431-31D0-52A8C5D88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9F23C0-2205-83BA-44AC-1AA8F91EB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0DFC94-52EC-2447-67A2-F00F7E198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EE94D-BD0D-425B-9AEF-D0F7789E0A6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437E38-38A9-6887-864A-4199AE769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1D04BD-F1D5-B05A-74D4-B516B7057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4BD18-8CA8-4A39-B455-1BF49CF1F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408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B1F8F4-7DDD-0DC2-70D4-8792C0A93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C82464E-26D5-B2C3-6FDA-4379FAFA13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DDF3CF-7073-A336-D0DD-B735ADA006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59C078-3C83-DE02-CB1D-7C324413B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EE94D-BD0D-425B-9AEF-D0F7789E0A6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2266FE-87D7-15FF-FF2B-DC8D3C1C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78DC85-66BA-F90E-C521-2777B53E9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4BD18-8CA8-4A39-B455-1BF49CF1F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991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A3A2CB-1F9E-189D-C76A-BDE0E211C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91D05D-9016-282D-F525-DB50DF361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C7D977-7809-E447-6AAF-B1EE7CD26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EE94D-BD0D-425B-9AEF-D0F7789E0A6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2EA801-4BC6-B1E0-B553-074C992BA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B62B7C-5F37-C7A5-D6E5-5DFC04215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4BD18-8CA8-4A39-B455-1BF49CF1F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0250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5458C7D-16C3-A60B-3D98-47681F22BB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DF948D-CD62-F2D0-9522-23870CFE8B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4E0387-ED42-F0E7-15F4-9600B0B1D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EE94D-BD0D-425B-9AEF-D0F7789E0A6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A94738-4425-DA87-216E-90B17E236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97921F-2162-D910-985C-8B1A9B376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4BD18-8CA8-4A39-B455-1BF49CF1F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7052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6B9B4BC-4865-9C78-8809-2907F700B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C13E38-7A34-EE29-5FC3-C3A00BDE1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29CA86-306F-AC3A-32E4-B38EF0255C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EEE94D-BD0D-425B-9AEF-D0F7789E0A67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2DBCBB-6BB8-8A43-CD1B-B4373B72C5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9385C4-1D4D-AEEE-0022-BEF7BAD02B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74BD18-8CA8-4A39-B455-1BF49CF1F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345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B8DB7A-7F72-1191-4C9D-EE5213D45D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텀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 프로젝트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42BE2F-4593-8534-DB5E-BCBCDD7301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2022184031</a:t>
            </a:r>
          </a:p>
          <a:p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임수영</a:t>
            </a:r>
          </a:p>
        </p:txBody>
      </p:sp>
    </p:spTree>
    <p:extLst>
      <p:ext uri="{BB962C8B-B14F-4D97-AF65-F5344CB8AC3E}">
        <p14:creationId xmlns:p14="http://schemas.microsoft.com/office/powerpoint/2010/main" val="1787796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D9F76-7E66-A34D-B389-6B8933FE4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9A6FB19-D37C-33BC-EFAA-484BF5683006}"/>
              </a:ext>
            </a:extLst>
          </p:cNvPr>
          <p:cNvSpPr/>
          <p:nvPr/>
        </p:nvSpPr>
        <p:spPr>
          <a:xfrm>
            <a:off x="0" y="0"/>
            <a:ext cx="12192000" cy="14328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725F1A-8268-6A12-25AC-6B5E72D04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7"/>
            <a:ext cx="10818091" cy="4876368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게임 설명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기본 구현 요소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추가 구현 요소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게임 시연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질의응답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225F4177-C212-9B44-AF09-ECFF2B9E8903}"/>
              </a:ext>
            </a:extLst>
          </p:cNvPr>
          <p:cNvSpPr txBox="1">
            <a:spLocks/>
          </p:cNvSpPr>
          <p:nvPr/>
        </p:nvSpPr>
        <p:spPr>
          <a:xfrm>
            <a:off x="602529" y="487125"/>
            <a:ext cx="10515600" cy="71643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2741720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77549-4407-AB66-A31D-1E916569A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5C8FE28-033C-D7F3-6C76-E4483D9E4F8A}"/>
              </a:ext>
            </a:extLst>
          </p:cNvPr>
          <p:cNvSpPr/>
          <p:nvPr/>
        </p:nvSpPr>
        <p:spPr>
          <a:xfrm>
            <a:off x="0" y="0"/>
            <a:ext cx="12192000" cy="14328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4CEA32-B6B7-1907-DB7E-EBBB4495F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50777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[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구현 완료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]</a:t>
            </a:r>
          </a:p>
          <a:p>
            <a:pPr marL="0" indent="0">
              <a:buNone/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-Player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시야 처리 및 이동</a:t>
            </a: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-Player </a:t>
            </a:r>
            <a:r>
              <a:rPr lang="en-US" altLang="ko-KR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hp&amp;exp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ui</a:t>
            </a: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-Player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자동 회복 및 </a:t>
            </a:r>
            <a:r>
              <a:rPr lang="ko-KR" altLang="en-US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레벨업</a:t>
            </a: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-NPC 2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종 이동 및 전투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리젠</a:t>
            </a: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[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구현 실패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]</a:t>
            </a:r>
          </a:p>
          <a:p>
            <a:pPr marL="0" indent="0">
              <a:buNone/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-DB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연동</a:t>
            </a: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-Chatting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및 전투 메시지</a:t>
            </a: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-</a:t>
            </a:r>
            <a:r>
              <a:rPr lang="ko-KR" altLang="en-US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동접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테스트</a:t>
            </a: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-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장애물 배치</a:t>
            </a: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-Player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사망</a:t>
            </a: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buNone/>
            </a:pP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556BB743-5EE2-E45E-5F62-55BE11688621}"/>
              </a:ext>
            </a:extLst>
          </p:cNvPr>
          <p:cNvSpPr txBox="1">
            <a:spLocks/>
          </p:cNvSpPr>
          <p:nvPr/>
        </p:nvSpPr>
        <p:spPr>
          <a:xfrm>
            <a:off x="602529" y="487125"/>
            <a:ext cx="10515600" cy="71643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게임 설명</a:t>
            </a:r>
          </a:p>
        </p:txBody>
      </p:sp>
    </p:spTree>
    <p:extLst>
      <p:ext uri="{BB962C8B-B14F-4D97-AF65-F5344CB8AC3E}">
        <p14:creationId xmlns:p14="http://schemas.microsoft.com/office/powerpoint/2010/main" val="2215771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8B53CB7-C36A-4627-1472-B9888C076EE7}"/>
              </a:ext>
            </a:extLst>
          </p:cNvPr>
          <p:cNvSpPr/>
          <p:nvPr/>
        </p:nvSpPr>
        <p:spPr>
          <a:xfrm>
            <a:off x="0" y="0"/>
            <a:ext cx="12192000" cy="14328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E5A6C0-5388-8A99-339B-FEB907713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50777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[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구현 완료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]</a:t>
            </a:r>
          </a:p>
          <a:p>
            <a:pPr marL="0" indent="0">
              <a:buNone/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-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이동</a:t>
            </a: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-NPC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이동 및 전투</a:t>
            </a: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[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구현 실패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]</a:t>
            </a:r>
          </a:p>
          <a:p>
            <a:pPr marL="0" indent="0">
              <a:buNone/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-DB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연동</a:t>
            </a: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-Chatting</a:t>
            </a:r>
          </a:p>
          <a:p>
            <a:pPr marL="0" indent="0">
              <a:buNone/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-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전투 메시지</a:t>
            </a: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buNone/>
            </a:pP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703830C3-300A-0B23-8A64-D75AB7DD1741}"/>
              </a:ext>
            </a:extLst>
          </p:cNvPr>
          <p:cNvSpPr txBox="1">
            <a:spLocks/>
          </p:cNvSpPr>
          <p:nvPr/>
        </p:nvSpPr>
        <p:spPr>
          <a:xfrm>
            <a:off x="602529" y="487125"/>
            <a:ext cx="10515600" cy="71643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기본 구현 요소</a:t>
            </a:r>
          </a:p>
        </p:txBody>
      </p:sp>
    </p:spTree>
    <p:extLst>
      <p:ext uri="{BB962C8B-B14F-4D97-AF65-F5344CB8AC3E}">
        <p14:creationId xmlns:p14="http://schemas.microsoft.com/office/powerpoint/2010/main" val="662874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A1B0A-9D4C-1C40-C8F0-4E0C5DDD6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84D2D50-9773-5DE2-ACE6-61514584F911}"/>
              </a:ext>
            </a:extLst>
          </p:cNvPr>
          <p:cNvSpPr/>
          <p:nvPr/>
        </p:nvSpPr>
        <p:spPr>
          <a:xfrm>
            <a:off x="0" y="0"/>
            <a:ext cx="12192000" cy="14328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05DDB5C1-BD28-46CC-97B5-C4AA746311E2}"/>
              </a:ext>
            </a:extLst>
          </p:cNvPr>
          <p:cNvSpPr txBox="1">
            <a:spLocks/>
          </p:cNvSpPr>
          <p:nvPr/>
        </p:nvSpPr>
        <p:spPr>
          <a:xfrm>
            <a:off x="602529" y="487125"/>
            <a:ext cx="10515600" cy="71643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추가 구현 요소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C786615-B95F-1F95-A07D-E6F0E7839625}"/>
              </a:ext>
            </a:extLst>
          </p:cNvPr>
          <p:cNvSpPr txBox="1">
            <a:spLocks/>
          </p:cNvSpPr>
          <p:nvPr/>
        </p:nvSpPr>
        <p:spPr>
          <a:xfrm>
            <a:off x="838200" y="1690687"/>
            <a:ext cx="10515600" cy="5077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[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구현 내용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-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무기 아이템 획득</a:t>
            </a: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-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인벤토리 및 무기 장착</a:t>
            </a: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-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범위 공격 스킬</a:t>
            </a: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buNone/>
            </a:pP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7037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95691-90A6-6B72-5873-19EF81033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5C95AFF-0B60-8663-DE87-0DFC48F54BE3}"/>
              </a:ext>
            </a:extLst>
          </p:cNvPr>
          <p:cNvSpPr/>
          <p:nvPr/>
        </p:nvSpPr>
        <p:spPr>
          <a:xfrm>
            <a:off x="0" y="0"/>
            <a:ext cx="12192000" cy="14328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C53434CC-88E8-B1DF-988C-F036509450ED}"/>
              </a:ext>
            </a:extLst>
          </p:cNvPr>
          <p:cNvSpPr txBox="1">
            <a:spLocks/>
          </p:cNvSpPr>
          <p:nvPr/>
        </p:nvSpPr>
        <p:spPr>
          <a:xfrm>
            <a:off x="602529" y="487125"/>
            <a:ext cx="10515600" cy="71643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>
                <a:latin typeface="HY견고딕" panose="02030600000101010101" pitchFamily="18" charset="-127"/>
                <a:ea typeface="HY견고딕" panose="02030600000101010101" pitchFamily="18" charset="-127"/>
              </a:rPr>
              <a:t>게임 시연</a:t>
            </a:r>
            <a:endParaRPr lang="en-US" altLang="ko-KR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2460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0CE5A-05CA-A487-1D06-55A9A5174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40E6A82B-682E-6D5A-923F-9C34E71D5C35}"/>
              </a:ext>
            </a:extLst>
          </p:cNvPr>
          <p:cNvSpPr/>
          <p:nvPr/>
        </p:nvSpPr>
        <p:spPr>
          <a:xfrm>
            <a:off x="0" y="0"/>
            <a:ext cx="12192000" cy="14328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9EEA65C2-DF16-ADDF-3AF9-DAC9FFA3344B}"/>
              </a:ext>
            </a:extLst>
          </p:cNvPr>
          <p:cNvSpPr txBox="1">
            <a:spLocks/>
          </p:cNvSpPr>
          <p:nvPr/>
        </p:nvSpPr>
        <p:spPr>
          <a:xfrm>
            <a:off x="602529" y="487125"/>
            <a:ext cx="10515600" cy="71643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질의 응답</a:t>
            </a:r>
          </a:p>
        </p:txBody>
      </p:sp>
    </p:spTree>
    <p:extLst>
      <p:ext uri="{BB962C8B-B14F-4D97-AF65-F5344CB8AC3E}">
        <p14:creationId xmlns:p14="http://schemas.microsoft.com/office/powerpoint/2010/main" val="3877954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121</Words>
  <Application>Microsoft Office PowerPoint</Application>
  <PresentationFormat>와이드스크린</PresentationFormat>
  <Paragraphs>42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HY견고딕</vt:lpstr>
      <vt:lpstr>맑은 고딕</vt:lpstr>
      <vt:lpstr>Arial</vt:lpstr>
      <vt:lpstr>Office 테마</vt:lpstr>
      <vt:lpstr>텀 프로젝트 발표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임수영(2022184031)</dc:creator>
  <cp:lastModifiedBy>임수영(2022184031)</cp:lastModifiedBy>
  <cp:revision>7</cp:revision>
  <dcterms:created xsi:type="dcterms:W3CDTF">2025-11-18T14:25:42Z</dcterms:created>
  <dcterms:modified xsi:type="dcterms:W3CDTF">2026-06-16T00:38:43Z</dcterms:modified>
</cp:coreProperties>
</file>